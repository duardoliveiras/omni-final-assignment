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F717E7-910A-4C73-9281-22DDF4E246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19DE26-DDE2-49FA-AFB4-90AACB8B88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E341BFE-0A25-40D8-820D-5348A3837A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32C1BAC-611F-4CC5-95FB-F6770721CE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E4AB008-675F-459C-8AF5-40FD6BC4A5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3409D3C-F14F-4096-BDF2-3BA2C4B58C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9FB57F5-57FA-4AAD-A4EA-550910AC51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8DF8A34-AEA6-4409-AABF-9471E454AC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6386D55-C4A2-47D0-804C-B84A8D772A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8D5C728-13F3-444B-9CA5-E087DF7B5A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71CC6ED-6601-4658-9891-774ADA01FB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7E650B-4FEF-4B69-891C-B1EB7A4ED2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DA8F78-4925-49ED-83C3-B2FAFE897F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4D6E70-B088-4943-B042-2E8CE2541FE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F0BF73-06A0-4A8D-BE85-FC77AB0F26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77CF79-AAD0-4C98-90B8-0BC1465314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D60D8A-650A-482B-AE86-A5BF096723A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0BFB3D-8132-46B6-B3B3-53ED426B84B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A941C7-6B14-4737-8A88-D9153616A10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EDA758-166E-4FE0-9901-BCC3F6EB3AA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A4EDF3-FC29-4F30-B94F-B866D35A642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1D341B-6A4B-4158-B448-28BAE5B46D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5640120" y="320040"/>
            <a:ext cx="8805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Title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984240" y="1234440"/>
            <a:ext cx="10283760" cy="13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Predictive Analytics for Brasileirão: A Data Driven Business Strategy for Sports Intelligence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Final Data Science Assignment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Sports intelligence prototype for Brasileirão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4596120" y="320040"/>
            <a:ext cx="29685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Business Problem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2555640" y="1234440"/>
            <a:ext cx="7141320" cy="17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Clubs, media, and fantasy products need match-level insights.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Historical data can support probability-based previews.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The goal is to predict home win, away win, or draw.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The model is a decision-support signal.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4395240" y="320040"/>
            <a:ext cx="33706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Market Opportunity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3094200" y="1234440"/>
            <a:ext cx="6063840" cy="17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Sports data products turn raw results into decisions.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Clubs can use predictions for opponent previews.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Media platforms can enrich match storytelling.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Fantasy products can improve engagement.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4583880" y="320040"/>
            <a:ext cx="2993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Dataset Overview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2329920" y="1234440"/>
            <a:ext cx="7592400" cy="17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Local source: IA_FUTEBOL_DADOS.zip.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Standings data covers 2003-2022.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Match data contains fixtures, scores, teams, venues, and winners.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Goal data is available for deeper future work.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3974400" y="320040"/>
            <a:ext cx="4212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Exploratory Data Analysis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2624040" y="1234440"/>
            <a:ext cx="7004160" cy="17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Champion and runner-up counts show historical dominance.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Average points summarize long-term strength.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EDA supports both modeling and business storytelling.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Charts help explain why some clubs are favored.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3773160" y="320040"/>
            <a:ext cx="4614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Machine Learning Approach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3164400" y="1234440"/>
            <a:ext cx="5923440" cy="17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Built a standings-position baseline.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Built a match-level classifier for final use.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Features: home team, away team, and title counts.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Target classes: draw, home win, away win.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4606920" y="320040"/>
            <a:ext cx="29473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Model Evaluation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2681280" y="1234440"/>
            <a:ext cx="6889680" cy="17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Compared SVC, kNN, Decision Tree, and XGBoost.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SVC remains the final model from the original workflow.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Confusion matrices show where predictions succeed or fail.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Draws are the hardest class to separate.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5053320" y="320040"/>
            <a:ext cx="20541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Key Insights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2643120" y="1234440"/>
            <a:ext cx="6966000" cy="17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Historical strength is a useful but limited signal.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Match probabilities are easier to productize than raw labels.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The model can support previews and dashboards.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Predictions should be presented with uncertainty.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4613040" y="320040"/>
            <a:ext cx="2935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Business Strategy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3150000" y="1234440"/>
            <a:ext cx="5952600" cy="20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Launch a Brasileirão Sports Intelligence Dashboard.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Club module: opponent previews.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Media module: probability-based match cards.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Fantasy module: fixture difficulty signals.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Start simple before adding richer data.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5112720" y="320040"/>
            <a:ext cx="19353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Limitations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3374640" y="1234440"/>
            <a:ext cx="5502960" cy="20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Small feature set.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No player, injury, transfer, or tactical data.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Simple team encoding limits model depth.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Historical success may not reflect current form.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Not a standalone decision system.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5148720" y="320040"/>
            <a:ext cx="1863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Next Steps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3182760" y="1234440"/>
            <a:ext cx="5887080" cy="20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Add recent form and rolling performance features.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Include player availability and transfer data.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Test stronger encodings for teams.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Track model performance season by season.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Package predictions in a simple dashboard.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5123520" y="320040"/>
            <a:ext cx="19137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chemeClr val="dk1"/>
                </a:solidFill>
                <a:latin typeface="Calibri"/>
              </a:rPr>
              <a:t>References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3823560" y="1234440"/>
            <a:ext cx="4605120" cy="17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Kaggle standings and match datasets.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CBF historical competition information.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pandas, NumPy, scikit-learn.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seaborn, Matplotlib, XGBoost.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2026-06-17T20:25:08Z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